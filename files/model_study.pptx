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5F5F5D"/>
    <a:srgbClr val="DFD8C7"/>
    <a:srgbClr val="7C7C7A"/>
    <a:srgbClr val="E6E5E3"/>
    <a:srgbClr val="E5E2E0"/>
    <a:srgbClr val="BEB7B1"/>
    <a:srgbClr val="3D3A35"/>
    <a:srgbClr val="C3C1C4"/>
    <a:srgbClr val="52525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96" y="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AFAC-347F-5334-A68C-2528AC952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DC88CE-7D1E-0CCA-FD0F-D8A04B5296A2}"/>
              </a:ext>
            </a:extLst>
          </p:cNvPr>
          <p:cNvSpPr/>
          <p:nvPr/>
        </p:nvSpPr>
        <p:spPr>
          <a:xfrm>
            <a:off x="609860" y="584791"/>
            <a:ext cx="5486140" cy="2721363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C82923-7D1F-AE92-BE98-FC2464273B65}"/>
              </a:ext>
            </a:extLst>
          </p:cNvPr>
          <p:cNvSpPr/>
          <p:nvPr/>
        </p:nvSpPr>
        <p:spPr>
          <a:xfrm>
            <a:off x="6606363" y="790694"/>
            <a:ext cx="4724395" cy="53085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23331E-DB6D-2C23-7EC1-CBB20AC4B6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860" y="3306154"/>
            <a:ext cx="5486140" cy="300958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2C4EBA0-97DB-13D8-DE47-06EA9ADC7181}"/>
              </a:ext>
            </a:extLst>
          </p:cNvPr>
          <p:cNvSpPr/>
          <p:nvPr/>
        </p:nvSpPr>
        <p:spPr>
          <a:xfrm>
            <a:off x="6485859" y="701749"/>
            <a:ext cx="4965405" cy="5486400"/>
          </a:xfrm>
          <a:prstGeom prst="rect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FB2305-8DC9-1F7F-7A8D-FA82861B6634}"/>
              </a:ext>
            </a:extLst>
          </p:cNvPr>
          <p:cNvSpPr txBox="1"/>
          <p:nvPr/>
        </p:nvSpPr>
        <p:spPr>
          <a:xfrm>
            <a:off x="834576" y="565744"/>
            <a:ext cx="99097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800" dirty="0">
                <a:solidFill>
                  <a:schemeClr val="accent1"/>
                </a:solidFill>
              </a:rPr>
              <a:t>”</a:t>
            </a:r>
            <a:endParaRPr lang="ko-KR" altLang="en-US" sz="13800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61A55B-1522-B102-6E13-B350C5587D9B}"/>
              </a:ext>
            </a:extLst>
          </p:cNvPr>
          <p:cNvSpPr txBox="1"/>
          <p:nvPr/>
        </p:nvSpPr>
        <p:spPr>
          <a:xfrm>
            <a:off x="1331561" y="1560750"/>
            <a:ext cx="42098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/>
              <a:t>YOLOv8n </a:t>
            </a:r>
            <a:r>
              <a:rPr lang="ko-KR" altLang="en-US" sz="4400" dirty="0"/>
              <a:t>구성</a:t>
            </a:r>
            <a:endParaRPr lang="ko-KR" altLang="en-US" sz="4400" spc="-3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D4237D-A844-7748-244D-BAA0BBECE071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18029DA-379E-7223-4B09-27FCAC22736B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5D5D530-6D51-56C0-09DA-4B9C0231DAD0}"/>
              </a:ext>
            </a:extLst>
          </p:cNvPr>
          <p:cNvSpPr txBox="1"/>
          <p:nvPr/>
        </p:nvSpPr>
        <p:spPr>
          <a:xfrm>
            <a:off x="1676400" y="330200"/>
            <a:ext cx="1813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 학습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8B1E6AB-9293-EA0F-0885-AB2EC797FF42}"/>
              </a:ext>
            </a:extLst>
          </p:cNvPr>
          <p:cNvCxnSpPr>
            <a:cxnSpLocks/>
          </p:cNvCxnSpPr>
          <p:nvPr/>
        </p:nvCxnSpPr>
        <p:spPr>
          <a:xfrm>
            <a:off x="30226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0C54A3FC-2E4F-AFBB-4A75-64668CF5A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999" y="193748"/>
            <a:ext cx="5486140" cy="647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80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FDDC-9FB1-CD69-1B2C-AB6A1383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1A47A0-F71D-D2F6-B76E-B59CBEA626C4}"/>
              </a:ext>
            </a:extLst>
          </p:cNvPr>
          <p:cNvSpPr/>
          <p:nvPr/>
        </p:nvSpPr>
        <p:spPr>
          <a:xfrm>
            <a:off x="6606363" y="790694"/>
            <a:ext cx="4724395" cy="53085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972958-9D1F-9CE7-F29F-2936FB8F91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860" y="3306154"/>
            <a:ext cx="5486140" cy="300958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E118760-C04A-50A9-BA0C-54751ED777DB}"/>
              </a:ext>
            </a:extLst>
          </p:cNvPr>
          <p:cNvSpPr/>
          <p:nvPr/>
        </p:nvSpPr>
        <p:spPr>
          <a:xfrm>
            <a:off x="609860" y="584791"/>
            <a:ext cx="5486140" cy="2721363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2B006D-334D-1852-E9CF-30484A9223D3}"/>
              </a:ext>
            </a:extLst>
          </p:cNvPr>
          <p:cNvSpPr/>
          <p:nvPr/>
        </p:nvSpPr>
        <p:spPr>
          <a:xfrm>
            <a:off x="6485859" y="701749"/>
            <a:ext cx="4965405" cy="5486400"/>
          </a:xfrm>
          <a:prstGeom prst="rect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040317-5076-3532-F7D7-25F1A044CAA0}"/>
              </a:ext>
            </a:extLst>
          </p:cNvPr>
          <p:cNvSpPr txBox="1"/>
          <p:nvPr/>
        </p:nvSpPr>
        <p:spPr>
          <a:xfrm>
            <a:off x="834576" y="565744"/>
            <a:ext cx="99097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800" dirty="0">
                <a:solidFill>
                  <a:schemeClr val="accent1"/>
                </a:solidFill>
              </a:rPr>
              <a:t>”</a:t>
            </a:r>
            <a:endParaRPr lang="ko-KR" altLang="en-US" sz="13800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C2E12-986A-A3C5-6B20-08E6FDFAC179}"/>
              </a:ext>
            </a:extLst>
          </p:cNvPr>
          <p:cNvSpPr txBox="1"/>
          <p:nvPr/>
        </p:nvSpPr>
        <p:spPr>
          <a:xfrm>
            <a:off x="737649" y="1560750"/>
            <a:ext cx="53976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/>
              <a:t>Faster R-CNN </a:t>
            </a:r>
            <a:r>
              <a:rPr lang="ko-KR" altLang="en-US" sz="4400" dirty="0"/>
              <a:t>구성</a:t>
            </a:r>
            <a:endParaRPr lang="ko-KR" altLang="en-US" sz="4400" spc="-3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FC0A9C-F1D0-A3E9-EFE4-14A8499E72AB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0FC6FA8-F9DD-D650-C366-D31621C6C1C3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6F6507-601E-DB0D-6944-7F0B2CD9FD0F}"/>
              </a:ext>
            </a:extLst>
          </p:cNvPr>
          <p:cNvSpPr txBox="1"/>
          <p:nvPr/>
        </p:nvSpPr>
        <p:spPr>
          <a:xfrm>
            <a:off x="1676400" y="330200"/>
            <a:ext cx="1813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 학습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3F4CA3B-EF66-5085-25C4-1967078D85B8}"/>
              </a:ext>
            </a:extLst>
          </p:cNvPr>
          <p:cNvCxnSpPr>
            <a:cxnSpLocks/>
          </p:cNvCxnSpPr>
          <p:nvPr/>
        </p:nvCxnSpPr>
        <p:spPr>
          <a:xfrm>
            <a:off x="30226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B4DCE95-F5F1-1D51-6806-FDB40810F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299" y="219148"/>
            <a:ext cx="5486139" cy="64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2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15</Words>
  <Application>Microsoft Office PowerPoint</Application>
  <PresentationFormat>와이드스크린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Noto Sans KR Black</vt:lpstr>
      <vt:lpstr>Arial</vt:lpstr>
      <vt:lpstr>Montserrat Black</vt:lpstr>
      <vt:lpstr>Montserrat SemiBold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우정 장</cp:lastModifiedBy>
  <cp:revision>31</cp:revision>
  <dcterms:created xsi:type="dcterms:W3CDTF">2021-10-22T06:13:27Z</dcterms:created>
  <dcterms:modified xsi:type="dcterms:W3CDTF">2025-12-18T08:47:13Z</dcterms:modified>
</cp:coreProperties>
</file>